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Kanit Light"/>
      <p:regular r:id="rId15"/>
    </p:embeddedFont>
    <p:embeddedFont>
      <p:font typeface="Kanit Light"/>
      <p:regular r:id="rId16"/>
    </p:embeddedFont>
    <p:embeddedFont>
      <p:font typeface="Kanit Light"/>
      <p:regular r:id="rId17"/>
    </p:embeddedFont>
    <p:embeddedFont>
      <p:font typeface="Kanit Light"/>
      <p:regular r:id="rId18"/>
    </p:embeddedFont>
    <p:embeddedFont>
      <p:font typeface="Martel Sans"/>
      <p:regular r:id="rId19"/>
    </p:embeddedFont>
    <p:embeddedFont>
      <p:font typeface="Martel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008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Fintrak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56445"/>
            <a:ext cx="5754588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Personal Finance Tracker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298043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371478"/>
            <a:ext cx="778966" cy="266402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sp>
        <p:nvSpPr>
          <p:cNvPr id="6" name="Text 4"/>
          <p:cNvSpPr/>
          <p:nvPr/>
        </p:nvSpPr>
        <p:spPr>
          <a:xfrm>
            <a:off x="581174" y="3413968"/>
            <a:ext cx="106605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AVIN OZER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45927" y="3366715"/>
            <a:ext cx="703064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745" y="3413968"/>
            <a:ext cx="9806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299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is Fintrak?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78583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02510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Income &amp; Expenses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331616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complete web application for tracking income and expenses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878583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02510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Analytics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33161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Beautiful UI with powerful analytics, interactive charts and reports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878583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02510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Containerized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331616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Fully containerized with Docker for easy deployment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18049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14055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495229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Goal: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Help users better understand and control their personal finances.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5373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 Stack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49610" y="1072381"/>
            <a:ext cx="3965674" cy="1271736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5322" y="1072381"/>
            <a:ext cx="57150" cy="1271736"/>
          </a:xfrm>
          <a:prstGeom prst="roundRect">
            <a:avLst>
              <a:gd name="adj" fmla="val 94419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635198" y="1215107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5198" y="1532186"/>
            <a:ext cx="3637359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FastAPI (Python)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SQLAlchemy + PostgreSQL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Pydantic v2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9610" y="2460501"/>
            <a:ext cx="3965674" cy="1035100"/>
          </a:xfrm>
          <a:prstGeom prst="roundRect">
            <a:avLst>
              <a:gd name="adj" fmla="val 6625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5322" y="2460501"/>
            <a:ext cx="57150" cy="1035100"/>
          </a:xfrm>
          <a:prstGeom prst="roundRect">
            <a:avLst>
              <a:gd name="adj" fmla="val 94419"/>
            </a:avLst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635198" y="2603227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198" y="2920305"/>
            <a:ext cx="3637359" cy="43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React 18 + Vite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Recharts (for charts)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9610" y="3611984"/>
            <a:ext cx="3965674" cy="1035100"/>
          </a:xfrm>
          <a:prstGeom prst="roundRect">
            <a:avLst>
              <a:gd name="adj" fmla="val 6625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322" y="3611984"/>
            <a:ext cx="57150" cy="1035100"/>
          </a:xfrm>
          <a:prstGeom prst="roundRect">
            <a:avLst>
              <a:gd name="adj" fmla="val 94419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198" y="3754710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DevOps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198" y="4071789"/>
            <a:ext cx="3637359" cy="43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Docker + Docker Compose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Nginx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3479" y="2761729"/>
            <a:ext cx="44105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27881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640" y="1123057"/>
            <a:ext cx="343272" cy="343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640" y="1632570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80640" y="1926878"/>
            <a:ext cx="44654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 income and expense transactions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5121" y="1123057"/>
            <a:ext cx="343272" cy="343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5121" y="1632570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55121" y="1926878"/>
            <a:ext cx="44654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Flexible category management with icons and colors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640" y="2409230"/>
            <a:ext cx="343272" cy="3432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640" y="291874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80640" y="3213050"/>
            <a:ext cx="44654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Advanced analytics and visualizations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5121" y="2409230"/>
            <a:ext cx="343272" cy="3432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5121" y="291874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Search &amp; Filters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55121" y="3213050"/>
            <a:ext cx="44654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Filters, search, and pagination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640" y="3695402"/>
            <a:ext cx="343272" cy="3432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0640" y="4204915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Export to CSV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80640" y="4499223"/>
            <a:ext cx="44654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Export data to CSV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5121" y="3695402"/>
            <a:ext cx="343272" cy="34327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55121" y="4204915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Dark Theme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655121" y="4499223"/>
            <a:ext cx="44654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Modern dark theme UI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888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623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File Tree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777157"/>
            <a:ext cx="3902943" cy="1417588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049" y="1777157"/>
            <a:ext cx="3917082" cy="14175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66229" y="1918915"/>
            <a:ext cx="35627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finance-tracker/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          # FastAPI, models, API routes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       # React components &amp; pages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3542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Main Files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717429"/>
            <a:ext cx="3902943" cy="7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backend/main.py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All API endpoints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frontend/src/pages/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Dashboard, Transactions, Analytics, 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2786137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7399"/>
            <a:ext cx="41184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Details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83903"/>
            <a:ext cx="4004965" cy="12802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5169" y="1602953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2263" y="1706835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927" y="21699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Categories.jsx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476500"/>
            <a:ext cx="41405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Creating new categories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583903"/>
            <a:ext cx="4005039" cy="12802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1892" y="1602953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9061" y="1706835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3651" y="21699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TransactionModal.jsx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803651" y="2476500"/>
            <a:ext cx="41406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Adding transactions (Income/Expense)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2802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5169" y="3024932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2263" y="3128814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6927" y="3591967"/>
            <a:ext cx="26935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Dashboard.jsx + Analytics.jsx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56927" y="3898478"/>
            <a:ext cx="41405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charts &amp; visualizations using Recharts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2802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61892" y="3024932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9061" y="3128814"/>
            <a:ext cx="212601" cy="2126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3651" y="35919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backend/main.py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803651" y="3898478"/>
            <a:ext cx="41406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Backend logic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468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to Run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7027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One simple command to launch the entire application: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56557"/>
            <a:ext cx="8151763" cy="510332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049" y="2456557"/>
            <a:ext cx="8165902" cy="51033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66229" y="2598316"/>
            <a:ext cx="82687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126358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322365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330353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Application is available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http://localhost:3000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560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81188"/>
            <a:ext cx="6773317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Thank you for your attention!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270517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Ready for questions.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091458"/>
            <a:ext cx="8151763" cy="826368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3096220"/>
            <a:ext cx="2714030" cy="816843"/>
          </a:xfrm>
          <a:prstGeom prst="roundRect">
            <a:avLst>
              <a:gd name="adj" fmla="val 7289"/>
            </a:avLst>
          </a:prstGeom>
          <a:solidFill>
            <a:srgbClr val="DFECE9"/>
          </a:solidFill>
          <a:ln/>
        </p:spPr>
      </p:sp>
      <p:sp>
        <p:nvSpPr>
          <p:cNvPr id="7" name="Text 5"/>
          <p:cNvSpPr/>
          <p:nvPr/>
        </p:nvSpPr>
        <p:spPr>
          <a:xfrm>
            <a:off x="642640" y="32379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Backend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3544491"/>
            <a:ext cx="2887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FastAPI + PostgreSQL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4911" y="3096220"/>
            <a:ext cx="2714104" cy="816843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0" name="Shape 8"/>
          <p:cNvSpPr/>
          <p:nvPr/>
        </p:nvSpPr>
        <p:spPr>
          <a:xfrm>
            <a:off x="3214911" y="3096220"/>
            <a:ext cx="19050" cy="816843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</p:sp>
      <p:sp>
        <p:nvSpPr>
          <p:cNvPr id="11" name="Text 9"/>
          <p:cNvSpPr/>
          <p:nvPr/>
        </p:nvSpPr>
        <p:spPr>
          <a:xfrm>
            <a:off x="3356670" y="32379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Frontend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56670" y="3544491"/>
            <a:ext cx="28877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React 18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29015" y="3096220"/>
            <a:ext cx="2714104" cy="816843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929015" y="3096220"/>
            <a:ext cx="19050" cy="816843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</p:sp>
      <p:sp>
        <p:nvSpPr>
          <p:cNvPr id="15" name="Text 13"/>
          <p:cNvSpPr/>
          <p:nvPr/>
        </p:nvSpPr>
        <p:spPr>
          <a:xfrm>
            <a:off x="6070774" y="32379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DevOps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70774" y="3544491"/>
            <a:ext cx="28877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Docker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2026-05-19T05:29:05Z</dcterms:created>
  <dcterms:modified xsi:type="dcterms:W3CDTF">2026-05-19T05:29:05Z</dcterms:modified>
</cp:coreProperties>
</file>